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7D2FE"/>
                </a:solidFill>
              </a:rPr>
              <a:t>GUIDE UTILISATEUR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Budget Base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7FF"/>
                </a:solidFill>
              </a:rPr>
              <a:t>Plateforme de gestion budgétaire des subventions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</a:rPr>
              <a:t>Prise en main complète de toutes les fonctionnalités  ·  Édition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Sommaire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1.  Connexion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2.  Tableau de bord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3.  Suivi budgétaire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4.  Gestion des subventions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5.  Planification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6.  Engagements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7.  Paiements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8.  Trésorerie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9.  Rapprochement bancaire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10. Préfinancements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11. Prêts employés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12. Rapports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13. Utilisateurs &amp; rôles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14. Configuration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15. Mon profil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Connexion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Accès sécurisé à la plateforme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0-conn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Saisissez votre e-mail et votre mot de passe, puis « Se connecter ».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compte a un rôle (ex. Administrateur, Comptable) qui détermine les menus visibles.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La sécurité est gérée par authentification ; en cas d’oubli, contactez un administrateur.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de bord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Vue d’ensemble de la subvention en cours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1-tableau-de-b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Indicateurs clés : budget total notifié, taux d’engagement, taux d’exécution, disponible.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cliquables qui renvoient directement vers la page concernée.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Répartition par ligne budgétaire et liste des subventions actives.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Tout se rapporte à la « Subvention en cours » affichée en haut.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Suivi budgétaire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Exécution par ligne et sous-ligne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2-suivi-budget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Tableau hiérarchique : chaque ligne cumule ses sous-lignes (bouton pour déplier/replier).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Colonnes : Notifié, Engagé, Décaissé, P. En Attentes, P. à Créer, P. Rejetés, Disponible, taux.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Tri périodique (Du → Au) pour filtrer les mouvements sur une plage de dates.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 et Excel colorés, fidèles au tableau.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Gestion des subventions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Créer, notifier et suivre les subventions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3-subven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Créez/modifiez une subvention ; à la création le montant notifié est à 0.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« Notifier un montant » répartit le budget sur les lignes/sous-lignes sans écraser l’existant.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: Planifié, Notifié, Engagé, Décaissé, Non engagé, Paiements rejetés.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Consultez le détail (œil) et exportez les fiches en PDF.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Planification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Lignes et sous-lignes budgétaires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4-plan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Structurez le budget en lignes puis sous-lignes (montant planifié et notifié).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Taux de notification et repérage des lignes sous-notifiées.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Boutons « Tout développer / Tout réduire » et couleurs distinctes ligne/sous-ligne.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Budget planifié/notifié calculés automatiquement pour les lignes.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Engagements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Réservation des dépenses par 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5-engag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un engagement rattaché à une sous-ligne et un fournisseur.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signatures et détection des doublons (facture, fournisseur+montant).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Mission » pour marquer et filtrer les engagements de mission.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PDF/Excel + « Export comptable » regroupé par rubrique (ligne budgétaire).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Paiements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Fiches de paiement et décaissements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6-pai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la fiche de paiement d’un engagement ; option « échelonné » dès le départ.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signatures, unicité du n° de facture, suivi de la progression.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récap (montant total, approuvé, rejeté, en attente).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PDF/Excel + « Export comptable » par rubrique.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Trésorerie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Décaissements et compte bancaire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7-tresor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Décaissez un paiement (complet ou échelonné) ; le mode espèces exclut le rapprochement.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du compte bancaire de la subvention et de ses transactions.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 périodique (Du → Au) des transactions.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attend un rapprochement » selon le mode de règlement.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Rapprochement bancaire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Pointer les décaissements avec le relevé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8-rapproch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Liste des versements bancaires à pointer (rapprochés / non rapprochés).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Saisie manuelle (bouton « Rapprocher ») ou « Importer un relevé » (assisté).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Filtres statut + période, icône « détail » (œil), export Excel.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Badge du menu = nombre de versements non rapprochés (visible par le comptable).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Préfinancements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Avances et remboursements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9-prefinanc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Enregistrez les préfinancements de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des remboursements et du reste à rembourser.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validation et export dédié.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Prêts employés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Prêts et échéanciers de remboursement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0-prets-emplo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des prêts au personnel avec échéancier.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des remboursements et du solde restant.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 de la liste et des fiches.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Rapports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États et exports analytiques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1-rap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Générez des rapports par type (dont fournisseurs).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 Mission / hors-mission / tout, avec export groupé ou missions à part.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Téléchargements PDF et Excel.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Utilisateurs &amp; rôles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Comptes et permissions par module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2-utilisate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Gérez les utilisateurs et leurs rôles.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rôle reçoit des permissions par module (voir, créer, modifier, exporter…).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Ex. : accorder « Rapprochement » (voir/modifier/exporter) au Comptable.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Configuration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Subvention en cours pour l’équipe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3-config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Définit la « Subvention en cours » utilisée par toute la plateforme.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Toutes les pages affichent et calculent les données de cette subvention.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Mon profil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Informations personnelles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4-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Consultez et mettez à jour vos informations de profil.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rôle et les permissions sont gérés par un administrateur.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9D5FF"/>
                </a:solidFill>
              </a:rPr>
              <a:t>PARTIE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Zoom sur les principaux formulaires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8FF"/>
                </a:solidFill>
              </a:rPr>
              <a:t>Détail des écrans de saisie les plus utilisés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subvention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Subventions → « Nouvelle Subvention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0-form-subv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Renseignez nom, organisme, référence, année, devise et dates.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À la création, le montant notifié est à 0 et le statut « en attente ».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montant sera notifié ensuite via « Notifier un montant ».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Notifier un montant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Carte d’une subvention → « Notifier un montant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1-notifier-mon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Ajoutez un nouveau montant notifié ou modifiez le total existant.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montant est réparti automatiquement au prorata du planifié.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1er montant notifié active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Bouton grisé tant qu’aucune ligne/sous-ligne n’existe.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Ajouter une ligne budgétaire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Planification → « Nouvelle Ligne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2-form-lig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une ligne (code, nom) rattachée à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À la création, budget planifié et notifié sont à 0 (calculés ensuite).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Ajoutez ensuite des sous-lignes à l’intérieur de la ligne.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 engagement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Engagements → « Nouvel Engagement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3-form-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Choisissez ligne, sous-ligne, fournisseur (existant ou nouveau).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Cochez « Cet engagement concerne une mission » si nécessaire.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N° de facture est obligatoire ; les doublons sont détectés.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solde disponible de la sous-ligne est affiché en direct.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Importer un relevé bancaire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Rapprochement → « Importer un relevé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6-import-rele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Chargez le relevé brut (.xlsx/.xls/.csv).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Associez les colonnes Date / Montant / Référence.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L’app propose les correspondances (Fiable / À vérifier) ; vous validez.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La saisie manuelle « Rapprocher » reste disponible en parallèle.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 utilisateur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Utilisateurs → « Nouvel Utilisateur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7-form-utilisat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Renseignez identité, e-mail et rôle de l’utilisateur.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rôle détermine les menus et actions accessibles.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Rôles &amp; permissions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Utilisateurs → « Nouveau Rôle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8-form-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rôle reçoit des permissions par module : voir, créer, modifier, exporter…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Cochez « Rapprochement » (voir/modifier/exporter) pour donner accès au module.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Adaptez finement les droits selon les responsabilités.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Pour toute question, rapprochez-vous de l’administrateur de la plateforme.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Budget Base — Plateforme de gestion budgétaire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Budget Base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Budget Base</dc:title>
  <dc:subject>Guide Utilisateur</dc:subject>
  <dc:creator>Budget Base</dc:creator>
  <cp:lastModifiedBy>Budget Base</cp:lastModifiedBy>
  <cp:revision>1</cp:revision>
  <dcterms:created xsi:type="dcterms:W3CDTF">2026-08-22T14:19:28Z</dcterms:created>
  <dcterms:modified xsi:type="dcterms:W3CDTF">2026-08-22T14:19:28Z</dcterms:modified>
</cp:coreProperties>
</file>